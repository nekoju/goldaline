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35"/>
  </p:normalViewPr>
  <p:slideViewPr>
    <p:cSldViewPr snapToGrid="0">
      <p:cViewPr varScale="1">
        <p:scale>
          <a:sx n="78" d="100"/>
          <a:sy n="78" d="100"/>
        </p:scale>
        <p:origin x="317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6812-D805-D843-8DD2-811ECC0B0BE0}" type="datetimeFigureOut">
              <a:rPr lang="en-US" smtClean="0"/>
              <a:t>7/20/25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C195-A396-C544-B604-36878AF6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32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6812-D805-D843-8DD2-811ECC0B0BE0}" type="datetimeFigureOut">
              <a:rPr lang="en-US" smtClean="0"/>
              <a:t>7/20/25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C195-A396-C544-B604-36878AF6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264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6812-D805-D843-8DD2-811ECC0B0BE0}" type="datetimeFigureOut">
              <a:rPr lang="en-US" smtClean="0"/>
              <a:t>7/20/25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C195-A396-C544-B604-36878AF6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43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6812-D805-D843-8DD2-811ECC0B0BE0}" type="datetimeFigureOut">
              <a:rPr lang="en-US" smtClean="0"/>
              <a:t>7/20/25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C195-A396-C544-B604-36878AF6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52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6812-D805-D843-8DD2-811ECC0B0BE0}" type="datetimeFigureOut">
              <a:rPr lang="en-US" smtClean="0"/>
              <a:t>7/20/25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C195-A396-C544-B604-36878AF6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7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6812-D805-D843-8DD2-811ECC0B0BE0}" type="datetimeFigureOut">
              <a:rPr lang="en-US" smtClean="0"/>
              <a:t>7/20/25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C195-A396-C544-B604-36878AF6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502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6812-D805-D843-8DD2-811ECC0B0BE0}" type="datetimeFigureOut">
              <a:rPr lang="en-US" smtClean="0"/>
              <a:t>7/20/25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C195-A396-C544-B604-36878AF6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155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6812-D805-D843-8DD2-811ECC0B0BE0}" type="datetimeFigureOut">
              <a:rPr lang="en-US" smtClean="0"/>
              <a:t>7/20/25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C195-A396-C544-B604-36878AF6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6812-D805-D843-8DD2-811ECC0B0BE0}" type="datetimeFigureOut">
              <a:rPr lang="en-US" smtClean="0"/>
              <a:t>7/20/25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C195-A396-C544-B604-36878AF6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52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6812-D805-D843-8DD2-811ECC0B0BE0}" type="datetimeFigureOut">
              <a:rPr lang="en-US" smtClean="0"/>
              <a:t>7/20/25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C195-A396-C544-B604-36878AF6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95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6812-D805-D843-8DD2-811ECC0B0BE0}" type="datetimeFigureOut">
              <a:rPr lang="en-US" smtClean="0"/>
              <a:t>7/20/25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94C195-A396-C544-B604-36878AF6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30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B56812-D805-D843-8DD2-811ECC0B0BE0}" type="datetimeFigureOut">
              <a:rPr lang="en-US" smtClean="0"/>
              <a:t>7/20/25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94C195-A396-C544-B604-36878AF6B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152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oster with text and orange design&#10;&#10;AI-generated content may be incorrect.">
            <a:extLst>
              <a:ext uri="{FF2B5EF4-FFF2-40B4-BE49-F238E27FC236}">
                <a16:creationId xmlns:a16="http://schemas.microsoft.com/office/drawing/2014/main" id="{2E0A3CE2-F045-D715-3537-AE4D971300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0" b="11838"/>
          <a:stretch>
            <a:fillRect/>
          </a:stretch>
        </p:blipFill>
        <p:spPr>
          <a:xfrm>
            <a:off x="114273" y="123986"/>
            <a:ext cx="3496834" cy="4778152"/>
          </a:xfrm>
          <a:prstGeom prst="rect">
            <a:avLst/>
          </a:prstGeom>
        </p:spPr>
      </p:pic>
      <p:pic>
        <p:nvPicPr>
          <p:cNvPr id="6" name="Picture 5" descr="A poster with text and orange design&#10;&#10;AI-generated content may be incorrect.">
            <a:extLst>
              <a:ext uri="{FF2B5EF4-FFF2-40B4-BE49-F238E27FC236}">
                <a16:creationId xmlns:a16="http://schemas.microsoft.com/office/drawing/2014/main" id="{C50C28FF-84B6-C2FE-7149-8E5A7B9298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0" b="11838"/>
          <a:stretch>
            <a:fillRect/>
          </a:stretch>
        </p:blipFill>
        <p:spPr>
          <a:xfrm>
            <a:off x="114272" y="5029200"/>
            <a:ext cx="3496834" cy="4778152"/>
          </a:xfrm>
          <a:prstGeom prst="rect">
            <a:avLst/>
          </a:prstGeom>
        </p:spPr>
      </p:pic>
      <p:pic>
        <p:nvPicPr>
          <p:cNvPr id="7" name="Picture 6" descr="A poster with text and orange design&#10;&#10;AI-generated content may be incorrect.">
            <a:extLst>
              <a:ext uri="{FF2B5EF4-FFF2-40B4-BE49-F238E27FC236}">
                <a16:creationId xmlns:a16="http://schemas.microsoft.com/office/drawing/2014/main" id="{B9FA06D9-9303-043D-840C-8A94C6F95E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0" b="11838"/>
          <a:stretch>
            <a:fillRect/>
          </a:stretch>
        </p:blipFill>
        <p:spPr>
          <a:xfrm>
            <a:off x="3886200" y="123986"/>
            <a:ext cx="3496834" cy="4778152"/>
          </a:xfrm>
          <a:prstGeom prst="rect">
            <a:avLst/>
          </a:prstGeom>
        </p:spPr>
      </p:pic>
      <p:pic>
        <p:nvPicPr>
          <p:cNvPr id="8" name="Picture 7" descr="A poster with text and orange design&#10;&#10;AI-generated content may be incorrect.">
            <a:extLst>
              <a:ext uri="{FF2B5EF4-FFF2-40B4-BE49-F238E27FC236}">
                <a16:creationId xmlns:a16="http://schemas.microsoft.com/office/drawing/2014/main" id="{E5C640EF-3B2F-EEF5-4FF1-718DBFE0E4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0" b="11838"/>
          <a:stretch>
            <a:fillRect/>
          </a:stretch>
        </p:blipFill>
        <p:spPr>
          <a:xfrm>
            <a:off x="3886199" y="5029200"/>
            <a:ext cx="3496834" cy="477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216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Juers, Neko Phillip</dc:creator>
  <cp:lastModifiedBy>Juers, Neko Phillip</cp:lastModifiedBy>
  <cp:revision>1</cp:revision>
  <cp:lastPrinted>2025-07-20T18:20:17Z</cp:lastPrinted>
  <dcterms:created xsi:type="dcterms:W3CDTF">2025-07-20T15:41:17Z</dcterms:created>
  <dcterms:modified xsi:type="dcterms:W3CDTF">2025-07-20T18:30:34Z</dcterms:modified>
</cp:coreProperties>
</file>