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5"/>
  </p:normalViewPr>
  <p:slideViewPr>
    <p:cSldViewPr snapToGrid="0">
      <p:cViewPr>
        <p:scale>
          <a:sx n="144" d="100"/>
          <a:sy n="144" d="100"/>
        </p:scale>
        <p:origin x="1528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C479D-1D72-4C49-98A0-A3829E1B5EE2}" type="datetimeFigureOut">
              <a:rPr lang="en-US" smtClean="0"/>
              <a:t>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A177-88AE-D545-9D80-0467CABB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17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C479D-1D72-4C49-98A0-A3829E1B5EE2}" type="datetimeFigureOut">
              <a:rPr lang="en-US" smtClean="0"/>
              <a:t>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A177-88AE-D545-9D80-0467CABB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C479D-1D72-4C49-98A0-A3829E1B5EE2}" type="datetimeFigureOut">
              <a:rPr lang="en-US" smtClean="0"/>
              <a:t>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A177-88AE-D545-9D80-0467CABB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66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C479D-1D72-4C49-98A0-A3829E1B5EE2}" type="datetimeFigureOut">
              <a:rPr lang="en-US" smtClean="0"/>
              <a:t>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A177-88AE-D545-9D80-0467CABB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369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C479D-1D72-4C49-98A0-A3829E1B5EE2}" type="datetimeFigureOut">
              <a:rPr lang="en-US" smtClean="0"/>
              <a:t>1/16/25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A177-88AE-D545-9D80-0467CABB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63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C479D-1D72-4C49-98A0-A3829E1B5EE2}" type="datetimeFigureOut">
              <a:rPr lang="en-US" smtClean="0"/>
              <a:t>1/16/25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A177-88AE-D545-9D80-0467CABB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1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C479D-1D72-4C49-98A0-A3829E1B5EE2}" type="datetimeFigureOut">
              <a:rPr lang="en-US" smtClean="0"/>
              <a:t>1/16/25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A177-88AE-D545-9D80-0467CABB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7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C479D-1D72-4C49-98A0-A3829E1B5EE2}" type="datetimeFigureOut">
              <a:rPr lang="en-US" smtClean="0"/>
              <a:t>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A177-88AE-D545-9D80-0467CABB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57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C479D-1D72-4C49-98A0-A3829E1B5EE2}" type="datetimeFigureOut">
              <a:rPr lang="en-US" smtClean="0"/>
              <a:t>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A177-88AE-D545-9D80-0467CABB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C479D-1D72-4C49-98A0-A3829E1B5EE2}" type="datetimeFigureOut">
              <a:rPr lang="en-US" smtClean="0"/>
              <a:t>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A177-88AE-D545-9D80-0467CABB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51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C479D-1D72-4C49-98A0-A3829E1B5EE2}" type="datetimeFigureOut">
              <a:rPr lang="en-US" smtClean="0"/>
              <a:t>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A177-88AE-D545-9D80-0467CABB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46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DC479D-1D72-4C49-98A0-A3829E1B5EE2}" type="datetimeFigureOut">
              <a:rPr lang="en-US" smtClean="0"/>
              <a:t>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49A177-88AE-D545-9D80-0467CABB7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8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red text on a black background&#10;&#10;AI-generated content may be incorrect.">
            <a:extLst>
              <a:ext uri="{FF2B5EF4-FFF2-40B4-BE49-F238E27FC236}">
                <a16:creationId xmlns:a16="http://schemas.microsoft.com/office/drawing/2014/main" id="{8E32DB53-CB56-C2DC-BE84-BDB1AC282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9" y="0"/>
            <a:ext cx="2242791" cy="2431175"/>
          </a:xfrm>
          <a:prstGeom prst="rect">
            <a:avLst/>
          </a:prstGeom>
        </p:spPr>
      </p:pic>
      <p:pic>
        <p:nvPicPr>
          <p:cNvPr id="4" name="Picture 3" descr="A group of red text on a black background&#10;&#10;AI-generated content may be incorrect.">
            <a:extLst>
              <a:ext uri="{FF2B5EF4-FFF2-40B4-BE49-F238E27FC236}">
                <a16:creationId xmlns:a16="http://schemas.microsoft.com/office/drawing/2014/main" id="{4D53247C-2649-BA47-FEF0-9EA684A93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280" y="0"/>
            <a:ext cx="2242791" cy="2431175"/>
          </a:xfrm>
          <a:prstGeom prst="rect">
            <a:avLst/>
          </a:prstGeom>
        </p:spPr>
      </p:pic>
      <p:pic>
        <p:nvPicPr>
          <p:cNvPr id="9" name="Picture 8" descr="A group of red text on a black background&#10;&#10;AI-generated content may be incorrect.">
            <a:extLst>
              <a:ext uri="{FF2B5EF4-FFF2-40B4-BE49-F238E27FC236}">
                <a16:creationId xmlns:a16="http://schemas.microsoft.com/office/drawing/2014/main" id="{4D931913-B033-4AC1-034F-6A7BC4A16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071" y="0"/>
            <a:ext cx="2242791" cy="2431175"/>
          </a:xfrm>
          <a:prstGeom prst="rect">
            <a:avLst/>
          </a:prstGeom>
        </p:spPr>
      </p:pic>
      <p:pic>
        <p:nvPicPr>
          <p:cNvPr id="10" name="Picture 9" descr="A group of red text on a black background&#10;&#10;AI-generated content may be incorrect.">
            <a:extLst>
              <a:ext uri="{FF2B5EF4-FFF2-40B4-BE49-F238E27FC236}">
                <a16:creationId xmlns:a16="http://schemas.microsoft.com/office/drawing/2014/main" id="{D970DCA0-4714-58D9-59C9-D98102E19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9" y="2431175"/>
            <a:ext cx="2242791" cy="2431175"/>
          </a:xfrm>
          <a:prstGeom prst="rect">
            <a:avLst/>
          </a:prstGeom>
        </p:spPr>
      </p:pic>
      <p:pic>
        <p:nvPicPr>
          <p:cNvPr id="11" name="Picture 10" descr="A group of red text on a black background&#10;&#10;AI-generated content may be incorrect.">
            <a:extLst>
              <a:ext uri="{FF2B5EF4-FFF2-40B4-BE49-F238E27FC236}">
                <a16:creationId xmlns:a16="http://schemas.microsoft.com/office/drawing/2014/main" id="{A10BB124-A447-C653-DAE2-AF179DC63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280" y="2431175"/>
            <a:ext cx="2242791" cy="2431175"/>
          </a:xfrm>
          <a:prstGeom prst="rect">
            <a:avLst/>
          </a:prstGeom>
        </p:spPr>
      </p:pic>
      <p:pic>
        <p:nvPicPr>
          <p:cNvPr id="12" name="Picture 11" descr="A group of red text on a black background&#10;&#10;AI-generated content may be incorrect.">
            <a:extLst>
              <a:ext uri="{FF2B5EF4-FFF2-40B4-BE49-F238E27FC236}">
                <a16:creationId xmlns:a16="http://schemas.microsoft.com/office/drawing/2014/main" id="{E6FC10F7-78D6-D6C1-3D35-97B924E35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071" y="2431175"/>
            <a:ext cx="2242791" cy="2431175"/>
          </a:xfrm>
          <a:prstGeom prst="rect">
            <a:avLst/>
          </a:prstGeom>
        </p:spPr>
      </p:pic>
      <p:pic>
        <p:nvPicPr>
          <p:cNvPr id="19" name="Picture 18" descr="A group of red text on a black background&#10;&#10;AI-generated content may be incorrect.">
            <a:extLst>
              <a:ext uri="{FF2B5EF4-FFF2-40B4-BE49-F238E27FC236}">
                <a16:creationId xmlns:a16="http://schemas.microsoft.com/office/drawing/2014/main" id="{49111B6B-222E-4935-195D-EE17C1491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9" y="4862350"/>
            <a:ext cx="2242791" cy="2431175"/>
          </a:xfrm>
          <a:prstGeom prst="rect">
            <a:avLst/>
          </a:prstGeom>
        </p:spPr>
      </p:pic>
      <p:pic>
        <p:nvPicPr>
          <p:cNvPr id="20" name="Picture 19" descr="A group of red text on a black background&#10;&#10;AI-generated content may be incorrect.">
            <a:extLst>
              <a:ext uri="{FF2B5EF4-FFF2-40B4-BE49-F238E27FC236}">
                <a16:creationId xmlns:a16="http://schemas.microsoft.com/office/drawing/2014/main" id="{8120C3D4-F8C8-A41F-8FE9-A9BF5D370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280" y="4862350"/>
            <a:ext cx="2242791" cy="2431175"/>
          </a:xfrm>
          <a:prstGeom prst="rect">
            <a:avLst/>
          </a:prstGeom>
        </p:spPr>
      </p:pic>
      <p:pic>
        <p:nvPicPr>
          <p:cNvPr id="21" name="Picture 20" descr="A group of red text on a black background&#10;&#10;AI-generated content may be incorrect.">
            <a:extLst>
              <a:ext uri="{FF2B5EF4-FFF2-40B4-BE49-F238E27FC236}">
                <a16:creationId xmlns:a16="http://schemas.microsoft.com/office/drawing/2014/main" id="{854E10B6-D259-31E7-C23C-0A07AE829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071" y="4862350"/>
            <a:ext cx="2242791" cy="2431175"/>
          </a:xfrm>
          <a:prstGeom prst="rect">
            <a:avLst/>
          </a:prstGeom>
        </p:spPr>
      </p:pic>
      <p:pic>
        <p:nvPicPr>
          <p:cNvPr id="22" name="Picture 21" descr="A group of red text on a black background&#10;&#10;AI-generated content may be incorrect.">
            <a:extLst>
              <a:ext uri="{FF2B5EF4-FFF2-40B4-BE49-F238E27FC236}">
                <a16:creationId xmlns:a16="http://schemas.microsoft.com/office/drawing/2014/main" id="{5F790CC9-A20E-9814-3186-C92EB70D2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9" y="7293525"/>
            <a:ext cx="2242791" cy="2431175"/>
          </a:xfrm>
          <a:prstGeom prst="rect">
            <a:avLst/>
          </a:prstGeom>
        </p:spPr>
      </p:pic>
      <p:pic>
        <p:nvPicPr>
          <p:cNvPr id="23" name="Picture 22" descr="A group of red text on a black background&#10;&#10;AI-generated content may be incorrect.">
            <a:extLst>
              <a:ext uri="{FF2B5EF4-FFF2-40B4-BE49-F238E27FC236}">
                <a16:creationId xmlns:a16="http://schemas.microsoft.com/office/drawing/2014/main" id="{2F45CBCE-C0DB-7862-0B65-0111B7971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280" y="7293525"/>
            <a:ext cx="2242791" cy="2431175"/>
          </a:xfrm>
          <a:prstGeom prst="rect">
            <a:avLst/>
          </a:prstGeom>
        </p:spPr>
      </p:pic>
      <p:pic>
        <p:nvPicPr>
          <p:cNvPr id="24" name="Picture 23" descr="A group of red text on a black background&#10;&#10;AI-generated content may be incorrect.">
            <a:extLst>
              <a:ext uri="{FF2B5EF4-FFF2-40B4-BE49-F238E27FC236}">
                <a16:creationId xmlns:a16="http://schemas.microsoft.com/office/drawing/2014/main" id="{7F8CF828-F60A-7B81-5EDA-E2BBF20CC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071" y="7293525"/>
            <a:ext cx="2242791" cy="243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773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Juers, Neko Phillip</dc:creator>
  <cp:lastModifiedBy>Juers, Neko Phillip</cp:lastModifiedBy>
  <cp:revision>4</cp:revision>
  <cp:lastPrinted>2025-01-15T18:10:26Z</cp:lastPrinted>
  <dcterms:created xsi:type="dcterms:W3CDTF">2025-01-15T15:05:18Z</dcterms:created>
  <dcterms:modified xsi:type="dcterms:W3CDTF">2025-01-16T16:13:35Z</dcterms:modified>
</cp:coreProperties>
</file>